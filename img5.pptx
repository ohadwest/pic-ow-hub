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4" r:id="rId5"/>
    <p:sldId id="263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0D7BF-92CF-4010-A5BA-DEC499D69D0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6D5F4-400B-4297-AF52-0A2C671E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90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0D7BF-92CF-4010-A5BA-DEC499D69D0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6D5F4-400B-4297-AF52-0A2C671E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16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0D7BF-92CF-4010-A5BA-DEC499D69D0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6D5F4-400B-4297-AF52-0A2C671E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65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0D7BF-92CF-4010-A5BA-DEC499D69D0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6D5F4-400B-4297-AF52-0A2C671E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6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0D7BF-92CF-4010-A5BA-DEC499D69D0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6D5F4-400B-4297-AF52-0A2C671E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59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0D7BF-92CF-4010-A5BA-DEC499D69D0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6D5F4-400B-4297-AF52-0A2C671E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1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0D7BF-92CF-4010-A5BA-DEC499D69D0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6D5F4-400B-4297-AF52-0A2C671E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20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0D7BF-92CF-4010-A5BA-DEC499D69D0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6D5F4-400B-4297-AF52-0A2C671E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0D7BF-92CF-4010-A5BA-DEC499D69D0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6D5F4-400B-4297-AF52-0A2C671E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8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0D7BF-92CF-4010-A5BA-DEC499D69D0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6D5F4-400B-4297-AF52-0A2C671E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93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0D7BF-92CF-4010-A5BA-DEC499D69D0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6D5F4-400B-4297-AF52-0A2C671E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91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0D7BF-92CF-4010-A5BA-DEC499D69D0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6D5F4-400B-4297-AF52-0A2C671EF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948" y="1825625"/>
            <a:ext cx="7714103" cy="4351338"/>
          </a:xfrm>
        </p:spPr>
      </p:pic>
    </p:spTree>
    <p:extLst>
      <p:ext uri="{BB962C8B-B14F-4D97-AF65-F5344CB8AC3E}">
        <p14:creationId xmlns:p14="http://schemas.microsoft.com/office/powerpoint/2010/main" val="4079173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218" y="1825625"/>
            <a:ext cx="8675564" cy="4351338"/>
          </a:xfrm>
        </p:spPr>
      </p:pic>
    </p:spTree>
    <p:extLst>
      <p:ext uri="{BB962C8B-B14F-4D97-AF65-F5344CB8AC3E}">
        <p14:creationId xmlns:p14="http://schemas.microsoft.com/office/powerpoint/2010/main" val="3435034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001044"/>
            <a:ext cx="5334000" cy="4000500"/>
          </a:xfrm>
        </p:spPr>
      </p:pic>
      <p:sp>
        <p:nvSpPr>
          <p:cNvPr id="5" name="Rectangle 4"/>
          <p:cNvSpPr/>
          <p:nvPr/>
        </p:nvSpPr>
        <p:spPr>
          <a:xfrm>
            <a:off x="737062" y="613166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V:\Projects\SiN Photonics\Simulation\</a:t>
            </a:r>
            <a:r>
              <a:rPr lang="en-US" dirty="0" err="1" smtClean="0"/>
              <a:t>matlab</a:t>
            </a:r>
            <a:r>
              <a:rPr lang="en-US" dirty="0" smtClean="0"/>
              <a:t>\Mode solver\Coupler Tower etch\50 nm Ox 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247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clad at all vs 50 nm </a:t>
            </a:r>
            <a:r>
              <a:rPr lang="en-IL" dirty="0" smtClean="0"/>
              <a:t>–</a:t>
            </a:r>
            <a:r>
              <a:rPr lang="en-US" dirty="0" smtClean="0"/>
              <a:t> small difference</a:t>
            </a:r>
          </a:p>
          <a:p>
            <a:r>
              <a:rPr lang="en-US" dirty="0" smtClean="0"/>
              <a:t>Low resolution vs mid-res : similar</a:t>
            </a:r>
          </a:p>
          <a:p>
            <a:r>
              <a:rPr lang="en-US" dirty="0" smtClean="0"/>
              <a:t>I did 50 nm</a:t>
            </a: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254" y="2682688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361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6000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431" y="3843816"/>
            <a:ext cx="3600000" cy="2698971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95" y="-1"/>
            <a:ext cx="3600000" cy="26989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155" y="56269"/>
            <a:ext cx="3600000" cy="26989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799" y="280071"/>
            <a:ext cx="3600000" cy="269897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0" y="6266"/>
            <a:ext cx="3600000" cy="269897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34" y="3991902"/>
            <a:ext cx="3600000" cy="269897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4123889"/>
            <a:ext cx="3600000" cy="269897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000" y="4123888"/>
            <a:ext cx="3600000" cy="269897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V:\Projects\SiN Photonics\Simulation\</a:t>
            </a:r>
            <a:r>
              <a:rPr lang="en-US" dirty="0" err="1" smtClean="0"/>
              <a:t>matlab</a:t>
            </a:r>
            <a:r>
              <a:rPr lang="en-US" dirty="0" smtClean="0"/>
              <a:t>\Mode solver\Coupler Tower etch\50 nm Ox TE\33 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064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704" y="1181894"/>
            <a:ext cx="8953500" cy="5638800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V:\Projects\SiN Photonics\Simulation\</a:t>
            </a:r>
            <a:r>
              <a:rPr lang="en-US" dirty="0" err="1" smtClean="0"/>
              <a:t>matlab</a:t>
            </a:r>
            <a:r>
              <a:rPr lang="en-US" dirty="0" smtClean="0"/>
              <a:t>\Mode solver\Coupler Tower etch\1000 nm Ox 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305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2400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694" y="4428926"/>
            <a:ext cx="3240000" cy="242907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4" y="83015"/>
            <a:ext cx="3240000" cy="24290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598" y="83015"/>
            <a:ext cx="3240000" cy="24290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976" y="83015"/>
            <a:ext cx="3240000" cy="24290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000" y="83015"/>
            <a:ext cx="3240000" cy="24290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368" y="4403471"/>
            <a:ext cx="3240000" cy="24290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545" y="4403471"/>
            <a:ext cx="3240000" cy="24290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5" y="4428926"/>
            <a:ext cx="3240000" cy="242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65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52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Simulation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אוהד וסטרייך</dc:creator>
  <cp:lastModifiedBy>אוהד וסטרייך</cp:lastModifiedBy>
  <cp:revision>3</cp:revision>
  <dcterms:created xsi:type="dcterms:W3CDTF">2026-07-28T08:40:10Z</dcterms:created>
  <dcterms:modified xsi:type="dcterms:W3CDTF">2026-07-28T13:19:23Z</dcterms:modified>
</cp:coreProperties>
</file>